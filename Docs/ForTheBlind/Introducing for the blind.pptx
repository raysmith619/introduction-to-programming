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411" r:id="rId2"/>
    <p:sldId id="425" r:id="rId3"/>
    <p:sldId id="413" r:id="rId4"/>
    <p:sldId id="414" r:id="rId5"/>
    <p:sldId id="415" r:id="rId6"/>
    <p:sldId id="416" r:id="rId7"/>
    <p:sldId id="417" r:id="rId8"/>
    <p:sldId id="424" r:id="rId9"/>
    <p:sldId id="418" r:id="rId10"/>
    <p:sldId id="419" r:id="rId11"/>
    <p:sldId id="428" r:id="rId12"/>
    <p:sldId id="427" r:id="rId13"/>
    <p:sldId id="429" r:id="rId14"/>
    <p:sldId id="420" r:id="rId15"/>
    <p:sldId id="421" r:id="rId16"/>
    <p:sldId id="422" r:id="rId17"/>
    <p:sldId id="423" r:id="rId18"/>
    <p:sldId id="443" r:id="rId19"/>
    <p:sldId id="444" r:id="rId20"/>
    <p:sldId id="445" r:id="rId21"/>
    <p:sldId id="446" r:id="rId22"/>
    <p:sldId id="447" r:id="rId23"/>
    <p:sldId id="448" r:id="rId24"/>
    <p:sldId id="426" r:id="rId25"/>
    <p:sldId id="403" r:id="rId26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4639" autoAdjust="0"/>
  </p:normalViewPr>
  <p:slideViewPr>
    <p:cSldViewPr snapToGrid="0">
      <p:cViewPr varScale="1">
        <p:scale>
          <a:sx n="59" d="100"/>
          <a:sy n="59" d="100"/>
        </p:scale>
        <p:origin x="78" y="5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2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499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2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60850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3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6221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4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6296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Compromises: Lower resolution, Few colors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79583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451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7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17346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files to Desktop\braille_2023\</a:t>
            </a:r>
          </a:p>
          <a:p>
            <a:r>
              <a:rPr lang="en-US" dirty="0"/>
              <a:t>Simplest graphics square.py, square_loop.py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70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Commas added to keep blank area from being compressed</a:t>
            </a:r>
          </a:p>
          <a:p>
            <a:r>
              <a:rPr lang="en-US" dirty="0"/>
              <a:t>Figure moved to left and up to reduce effort to find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53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as a guide to the implementor</a:t>
            </a:r>
          </a:p>
          <a:p>
            <a:r>
              <a:rPr lang="en-US" dirty="0"/>
              <a:t>Became an audio based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D4E80-AAF7-4841-B2F0-A647B649A6D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54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18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73144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defTabSz="471145">
              <a:defRPr/>
            </a:pPr>
            <a:fld id="{A596092B-28C7-44D1-B902-5437B333DFB7}" type="datetime1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5/18/2026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471145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471145">
              <a:defRPr/>
            </a:pPr>
            <a:fld id="{BA791329-992B-4F83-8435-C33B0EC26DB3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71145">
                <a:defRPr/>
              </a:pPr>
              <a:t>19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90077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3079805"/>
          </a:xfrm>
          <a:noFill/>
        </p:spPr>
        <p:txBody>
          <a:bodyPr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Introducing Graphics</a:t>
            </a:r>
            <a:b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Blind</a:t>
            </a:r>
            <a:b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Pixel at a Time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05023"/>
            <a:ext cx="8596668" cy="163633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3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5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Goals</a:t>
            </a:r>
          </a:p>
          <a:p>
            <a:pPr lvl="1"/>
            <a:r>
              <a:rPr lang="en-US" sz="3400" i="1" dirty="0"/>
              <a:t>Demonstrate graphics tool</a:t>
            </a:r>
          </a:p>
          <a:p>
            <a:pPr lvl="1"/>
            <a:r>
              <a:rPr lang="en-US" sz="3400" i="1" dirty="0"/>
              <a:t>Provide reasons behind</a:t>
            </a:r>
          </a:p>
          <a:p>
            <a:pPr lvl="1"/>
            <a:r>
              <a:rPr lang="en-US" sz="3400" i="1" dirty="0"/>
              <a:t>Show some extensions</a:t>
            </a:r>
          </a:p>
          <a:p>
            <a:pPr lvl="1"/>
            <a:endParaRPr lang="en-US" sz="34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52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I'm a programmer / teacher</a:t>
            </a:r>
          </a:p>
          <a:p>
            <a:pPr lvl="1"/>
            <a:r>
              <a:rPr lang="en-US" sz="4000" i="1" dirty="0"/>
              <a:t>Pictures a powerful tool</a:t>
            </a:r>
          </a:p>
          <a:p>
            <a:pPr lvl="1"/>
            <a:r>
              <a:rPr lang="en-US" sz="4000" i="1" dirty="0"/>
              <a:t>Bind – pictures of little use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Teaching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136137" cy="3880773"/>
          </a:xfrm>
        </p:spPr>
        <p:txBody>
          <a:bodyPr>
            <a:normAutofit/>
          </a:bodyPr>
          <a:lstStyle/>
          <a:p>
            <a:pPr lvl="1"/>
            <a:r>
              <a:rPr lang="en-US" sz="4000" i="1" dirty="0"/>
              <a:t>Help beginners learn Programming</a:t>
            </a:r>
          </a:p>
          <a:p>
            <a:pPr lvl="1"/>
            <a:r>
              <a:rPr lang="en-US" sz="4000" i="1" dirty="0"/>
              <a:t>Improved examples - Pictures</a:t>
            </a:r>
          </a:p>
          <a:p>
            <a:pPr lvl="1"/>
            <a:r>
              <a:rPr lang="en-US" sz="4000" i="1" dirty="0"/>
              <a:t>Provide the blind a 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29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Benefits to the blind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Tactile rendition of pictures</a:t>
            </a:r>
          </a:p>
          <a:p>
            <a:pPr lvl="1"/>
            <a:r>
              <a:rPr lang="en-US" sz="4000" i="1" dirty="0"/>
              <a:t> Navigation via audio feedback</a:t>
            </a:r>
          </a:p>
          <a:p>
            <a:pPr lvl="1"/>
            <a:endParaRPr lang="en-US" sz="4000" i="1" dirty="0"/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13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Pre-programming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i="1" dirty="0"/>
              <a:t>Python program</a:t>
            </a:r>
          </a:p>
          <a:p>
            <a:pPr lvl="2"/>
            <a:r>
              <a:rPr lang="en-US" sz="3800" i="1" dirty="0"/>
              <a:t>a wordy nerdy "</a:t>
            </a:r>
            <a:r>
              <a:rPr lang="en-US" sz="3800" i="1" dirty="0">
                <a:solidFill>
                  <a:schemeClr val="accent1"/>
                </a:solidFill>
              </a:rPr>
              <a:t>Etch A Sketch</a:t>
            </a:r>
            <a:r>
              <a:rPr lang="en-US" sz="3800" i="1" dirty="0"/>
              <a:t>" drawing tool</a:t>
            </a:r>
          </a:p>
          <a:p>
            <a:pPr lvl="2"/>
            <a:r>
              <a:rPr lang="en-US" sz="3800" i="1" dirty="0"/>
              <a:t>Drawing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12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7586"/>
            <a:ext cx="8596668" cy="1012371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4400" dirty="0"/>
              <a:t>Example: Draw a square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" y="1142999"/>
            <a:ext cx="9846129" cy="5110843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r>
              <a:rPr lang="en-US" sz="3100" i="1" dirty="0"/>
              <a:t># show_square_loop_colors_braille.py</a:t>
            </a:r>
          </a:p>
          <a:p>
            <a:pPr marL="457200" lvl="1" indent="0">
              <a:buNone/>
            </a:pPr>
            <a:r>
              <a:rPr lang="en-US" sz="3100" i="1" dirty="0"/>
              <a:t># Display a square with colored sides</a:t>
            </a:r>
          </a:p>
          <a:p>
            <a:pPr marL="457200" lvl="1" indent="0">
              <a:buNone/>
            </a:pPr>
            <a:endParaRPr lang="en-US" sz="1500" i="1" dirty="0"/>
          </a:p>
          <a:p>
            <a:pPr marL="457200" lvl="1" indent="0">
              <a:buNone/>
            </a:pPr>
            <a:r>
              <a:rPr lang="en-US" sz="4000" i="1" dirty="0"/>
              <a:t>from graphics_braille.wx_turtle_braille import *</a:t>
            </a:r>
          </a:p>
          <a:p>
            <a:pPr marL="457200" lvl="1" indent="0">
              <a:buNone/>
            </a:pPr>
            <a:endParaRPr lang="en-US" sz="4000" i="1" dirty="0"/>
          </a:p>
          <a:p>
            <a:pPr marL="457200" lvl="1" indent="0">
              <a:buNone/>
            </a:pPr>
            <a:r>
              <a:rPr lang="en-US" sz="4000" i="1" dirty="0"/>
              <a:t>for colr in ["red","orange","yellow","green"] :</a:t>
            </a:r>
          </a:p>
          <a:p>
            <a:pPr marL="457200" lvl="1" indent="0">
              <a:buNone/>
            </a:pPr>
            <a:r>
              <a:rPr lang="en-US" sz="4000" i="1" dirty="0"/>
              <a:t>    width(40)</a:t>
            </a:r>
          </a:p>
          <a:p>
            <a:pPr marL="457200" lvl="1" indent="0">
              <a:buNone/>
            </a:pPr>
            <a:r>
              <a:rPr lang="en-US" sz="4000" i="1" dirty="0"/>
              <a:t>    color(colr)</a:t>
            </a:r>
          </a:p>
          <a:p>
            <a:pPr marL="457200" lvl="1" indent="0">
              <a:buNone/>
            </a:pPr>
            <a:r>
              <a:rPr lang="en-US" sz="4000" i="1" dirty="0"/>
              <a:t>    forward(200)</a:t>
            </a:r>
          </a:p>
          <a:p>
            <a:pPr marL="457200" lvl="1" indent="0">
              <a:buNone/>
            </a:pPr>
            <a:r>
              <a:rPr lang="en-US" sz="4000" i="1" dirty="0"/>
              <a:t>    right(90)</a:t>
            </a:r>
          </a:p>
          <a:p>
            <a:pPr marL="457200" lvl="1" indent="0">
              <a:buNone/>
            </a:pPr>
            <a:r>
              <a:rPr lang="en-US" sz="4000" i="1" dirty="0"/>
              <a:t>done()		    # Complete drawings</a:t>
            </a:r>
          </a:p>
          <a:p>
            <a:pPr marL="457200" lvl="1" indent="0">
              <a:buNone/>
            </a:pP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15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EE02-B153-C542-E232-A6A2C864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 Demo </a:t>
            </a:r>
            <a:r>
              <a:rPr lang="en-US" sz="2400" dirty="0"/>
              <a:t>– Hopefully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99A9-3DB4-D3CE-BC4F-B39AA4A8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Following slides are backup</a:t>
            </a:r>
          </a:p>
          <a:p>
            <a:pPr lvl="1"/>
            <a:r>
              <a:rPr lang="en-US" sz="3400" dirty="0"/>
              <a:t>offline viewing</a:t>
            </a:r>
          </a:p>
          <a:p>
            <a:pPr lvl="1"/>
            <a:r>
              <a:rPr lang="en-US" sz="3400" dirty="0"/>
              <a:t>If computer problems</a:t>
            </a:r>
          </a:p>
          <a:p>
            <a:r>
              <a:rPr lang="en-US" sz="3600" dirty="0"/>
              <a:t>Demo V/I usage…</a:t>
            </a:r>
          </a:p>
          <a:p>
            <a:pPr marL="457200" lvl="1" indent="0">
              <a:buNone/>
            </a:pP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cmd&gt;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cd Desktop\...\01_intro</a:t>
            </a:r>
          </a:p>
          <a:p>
            <a:pPr marL="457200" lvl="1" indent="0">
              <a:buNone/>
            </a:pP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cmd&gt;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python square_loop.py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1906-2E6B-9099-3D08-8463B414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DD91-9F70-8D13-B15B-52E63884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F1DC-D685-1FD4-6949-809ECE95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28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3A4E-F16B-EA79-5B13-E9A4FF68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turtle graphical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E496-13D9-1842-3FA3-4BA241CA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4794-899A-6AA3-482D-A65536BC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AE74-CBEA-82D2-3DA2-56AF7339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F0618-2850-EFD1-3432-567A54775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705" y="1518899"/>
            <a:ext cx="4736680" cy="402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43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DD31-DFE4-531C-9AC2-9E43B6DB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3945"/>
          </a:xfrm>
        </p:spPr>
        <p:txBody>
          <a:bodyPr/>
          <a:lstStyle/>
          <a:p>
            <a:r>
              <a:rPr lang="en-US" dirty="0"/>
              <a:t>Text output – send  to Braille embosser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8362-6E44-7494-163C-3DA3DD6B0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3629"/>
            <a:ext cx="9070823" cy="49747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File:show_square_loop_colors_braille.py__Date:2026-05-14_21:21__User:Owner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,,,ggrrrrrrrrooo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,,ggggrrrrrrrooo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,,ggggrrrrrrrooo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,,gggg,,,,,,,ooo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,,gggg,,,,,,,ooo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,,gggg,,,,,,,ooo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,,gggg,,,,,,,ooo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,,gggg,,,,,,,ooo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,,ggggyyyyyyyyyy</a:t>
            </a:r>
          </a:p>
          <a:p>
            <a:pPr marL="0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,,ggggyyyyyyyyyy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FB7D-3600-5E75-1A79-97F525CD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2737-4636-4ECC-29AA-33510D43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8104-97B6-3D88-8357-50AF1CC1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36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8398-DAA7-2BCE-76F4-AF36E341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Braille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0948-50A1-2DC8-8408-53BDDAF2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13" y="2051051"/>
            <a:ext cx="8596668" cy="388077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/>
                </a:solidFill>
              </a:rPr>
              <a:t>Spaces to commas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Braille machine compresses spaces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</a:rPr>
              <a:t>Comma Braille:</a:t>
            </a:r>
          </a:p>
          <a:p>
            <a:r>
              <a:rPr lang="en-US" sz="4400" dirty="0">
                <a:solidFill>
                  <a:schemeClr val="accent1"/>
                </a:solidFill>
              </a:rPr>
              <a:t>Moving figure up to left</a:t>
            </a:r>
          </a:p>
          <a:p>
            <a:pPr lvl="1"/>
            <a:r>
              <a:rPr lang="en-US" sz="3200" dirty="0">
                <a:solidFill>
                  <a:schemeClr val="accent1"/>
                </a:solidFill>
              </a:rPr>
              <a:t>Facilitate finding figure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CC79F-3336-222D-207D-DDBE9A58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CCD2F-A4CE-60DA-E7BA-37B3D06C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395C-C96B-C82A-58E2-49E4B31B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1027" name="Picture 3" descr="2">
            <a:extLst>
              <a:ext uri="{FF2B5EF4-FFF2-40B4-BE49-F238E27FC236}">
                <a16:creationId xmlns:a16="http://schemas.microsoft.com/office/drawing/2014/main" id="{7260E3A1-A157-2903-3FAA-D0B0DAD94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140" y="3244015"/>
            <a:ext cx="829587" cy="74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2">
            <a:extLst>
              <a:ext uri="{FF2B5EF4-FFF2-40B4-BE49-F238E27FC236}">
                <a16:creationId xmlns:a16="http://schemas.microsoft.com/office/drawing/2014/main" id="{E655AFAE-90EF-81F0-845D-A0C543B6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56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70C0-E196-AC4F-63AD-114D4391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Braille usage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FD6D-57CE-4440-1B6A-D98496F81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Copy text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Transmit Braille machine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Retrieve Braille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Slows viewing </a:t>
            </a:r>
            <a:r>
              <a:rPr lang="en-US" sz="4000" dirty="0">
                <a:solidFill>
                  <a:schemeClr val="accent1"/>
                </a:solidFill>
                <a:sym typeface="Wingdings" panose="05000000000000000000" pitchFamily="2" charset="2"/>
              </a:rPr>
              <a:t> reduces impact</a:t>
            </a:r>
            <a:endParaRPr lang="en-US" sz="4000" dirty="0">
              <a:solidFill>
                <a:schemeClr val="accent1"/>
              </a:solidFill>
            </a:endParaRP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C378-DEEF-913F-A2E9-B49F0F4D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F76C-F0C9-D37C-4906-0916A7BF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9DB7-EA9D-EC92-F3D9-074B87D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70C0-E196-AC4F-63AD-114D4391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Hope: quick change and quick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FD6D-57CE-4440-1B6A-D98496F81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square_loop.py</a:t>
            </a:r>
          </a:p>
          <a:p>
            <a:r>
              <a:rPr lang="en-US" sz="4000" dirty="0">
                <a:solidFill>
                  <a:srgbClr val="00B0F0"/>
                </a:solidFill>
              </a:rPr>
              <a:t>square_loop_w40.py – </a:t>
            </a:r>
            <a:r>
              <a:rPr lang="en-US" sz="4000" dirty="0">
                <a:solidFill>
                  <a:schemeClr val="tx1"/>
                </a:solidFill>
              </a:rPr>
              <a:t>thicken lines</a:t>
            </a:r>
          </a:p>
          <a:p>
            <a:r>
              <a:rPr lang="en-US" sz="4000" dirty="0">
                <a:solidFill>
                  <a:srgbClr val="00B0F0"/>
                </a:solidFill>
              </a:rPr>
              <a:t>square_loop_colors.py – </a:t>
            </a:r>
            <a:r>
              <a:rPr lang="en-US" sz="4000" dirty="0">
                <a:solidFill>
                  <a:schemeClr val="tx1"/>
                </a:solidFill>
              </a:rPr>
              <a:t>add colors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C378-DEEF-913F-A2E9-B49F0F4D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AF76C-F0C9-D37C-4906-0916A7BF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9DB7-EA9D-EC92-F3D9-074B87D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6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BBC6-583F-C6E8-818A-8FC7C80A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Braille Display Window</a:t>
            </a:r>
            <a:br>
              <a:rPr lang="en-US" dirty="0"/>
            </a:br>
            <a:r>
              <a:rPr lang="en-US" dirty="0"/>
              <a:t> with Audio Feedback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DF78-4F52-47FB-612E-C5D3EFCC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F9B8-F751-0AAB-9710-F8D644BC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70B61-F9D2-C14B-55D6-AF3B8CDB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22EBE67-7406-226E-ECB3-B4A405536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91653" y="1930400"/>
            <a:ext cx="3655134" cy="3881437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C8C651-B016-D1F4-78C0-1CABDB209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21" y="2154045"/>
            <a:ext cx="5009341" cy="42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71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0470-B88E-9501-6E3A-3D890DBC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– A More elaborate figure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2FA5153-5002-56CE-F6CF-B6B0281BB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0257" y="2160588"/>
            <a:ext cx="3621285" cy="38814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A6463-CAFB-0686-BF0E-B547E558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7D30-9780-7DD2-14C3-BEE9ACD1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AED9C-F886-8E3F-6217-21206A77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89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7FA7-B676-FED3-104A-8515B4D5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text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6830-CCDC-F8D4-4807-603E86E9D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8599"/>
            <a:ext cx="7642074" cy="4832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,,,,,,,,,,,,,iii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,,,,,,,,,,,,iiiiii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,,,,,,,,,,,,iiiiii,,,,,,,,vvv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,,,,,,,,,,,,iiiii,,,,,,,vvvvvv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,,,,,,,,,,,,,,,i,,,,,,,,vvvvvv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,,,bbb,,,,,,,,,ii,,,,,,,,vvvvv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,,bbbbb,,,,,,,,,i,,,,,,vvv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,,bbbbbb,,,,,,,,i,,,,,vv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,,bbbbbbbb,,,,,,ii,,,vv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,,,,,,,,,,bbbb,,,i,,v,,,,,,,,,,,rr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,,,,,,,,,,,,,bbbbivv,,,,,,,,,,rrrrrr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,,,,,,,,,,,,,,,,bvvrrrrrrrrrrrrrrrrr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,,,,,,,,,,,,,ggg,yoo,,,,,,,,,,rrrrrr</a:t>
            </a:r>
          </a:p>
          <a:p>
            <a:pPr marL="0" indent="0">
              <a:buNone/>
            </a:pPr>
            <a:r>
              <a:rPr lang="en-US" sz="2000" dirty="0"/>
              <a:t>… Omitted for brevity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A8E9-4467-276A-F813-4BD4FD62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CFD0C-E57A-688E-A5C4-F5C6A0BE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E60D3-1302-41FC-E73E-CAD5942E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94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6925-B90A-634A-E1D7-CD2701EA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Spokes – Braille Display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996DB-5173-1C9D-2436-8D1E9EB8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D315-05D7-BEE0-E937-A25AF0F4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4501D-FE2E-F89E-93B0-6F86DBCC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1AAC55E-09AA-843E-C744-1419B2B52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0987" y="2160588"/>
            <a:ext cx="3710064" cy="3881437"/>
          </a:xfrm>
        </p:spPr>
      </p:pic>
    </p:spTree>
    <p:extLst>
      <p:ext uri="{BB962C8B-B14F-4D97-AF65-F5344CB8AC3E}">
        <p14:creationId xmlns:p14="http://schemas.microsoft.com/office/powerpoint/2010/main" val="2222478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Draw a square: braille – Magnify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56CCC4-BCA8-7722-160B-F79873C3A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6867" y="2160588"/>
            <a:ext cx="5798303" cy="3881437"/>
          </a:xfrm>
        </p:spPr>
      </p:pic>
    </p:spTree>
    <p:extLst>
      <p:ext uri="{BB962C8B-B14F-4D97-AF65-F5344CB8AC3E}">
        <p14:creationId xmlns:p14="http://schemas.microsoft.com/office/powerpoint/2010/main" val="316095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sz="4400" dirty="0"/>
              <a:t>Draw a square: braille – </a:t>
            </a:r>
            <a:r>
              <a:rPr lang="en-US" sz="4000" dirty="0"/>
              <a:t>Close look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5/18/2026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4D419EC-0F75-484F-BF03-974860868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62470" y="2160588"/>
            <a:ext cx="6827098" cy="3881437"/>
          </a:xfrm>
        </p:spPr>
      </p:pic>
    </p:spTree>
    <p:extLst>
      <p:ext uri="{BB962C8B-B14F-4D97-AF65-F5344CB8AC3E}">
        <p14:creationId xmlns:p14="http://schemas.microsoft.com/office/powerpoint/2010/main" val="2269166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459D-B5BC-9CC6-A0D1-3B3A95B6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at actual Braille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99330-4636-07B7-32E3-444BCDF3E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909" y="2160588"/>
            <a:ext cx="5214219" cy="3881437"/>
          </a:xfrm>
        </p:spPr>
      </p:pic>
    </p:spTree>
    <p:extLst>
      <p:ext uri="{BB962C8B-B14F-4D97-AF65-F5344CB8AC3E}">
        <p14:creationId xmlns:p14="http://schemas.microsoft.com/office/powerpoint/2010/main" val="2417186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DBBB-72B6-41A0-FAC2-48B414FD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Code for Braille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B5955-B391-D899-1282-047C7D386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1912"/>
            <a:ext cx="8596668" cy="5020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square_loop.py</a:t>
            </a:r>
            <a:endParaRPr lang="en-US" sz="2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Display a square</a:t>
            </a:r>
            <a:endParaRPr lang="en-US" sz="2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turtle_braille_link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   </a:t>
            </a:r>
            <a:r>
              <a:rPr lang="en-US" sz="2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Get our graphics</a:t>
            </a:r>
            <a:endParaRPr lang="en-US" sz="2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##from turtle import *           # Get standard stuff</a:t>
            </a:r>
            <a:endParaRPr lang="en-US" sz="2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color(</a:t>
            </a:r>
            <a:r>
              <a:rPr lang="en-US" sz="2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"violet"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):  </a:t>
            </a:r>
            <a:r>
              <a:rPr lang="en-US" sz="2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Do 4 times</a:t>
            </a:r>
            <a:endParaRPr lang="en-US" sz="2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forward(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150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right(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90</a:t>
            </a: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done()          </a:t>
            </a:r>
            <a:r>
              <a:rPr lang="en-US" sz="2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Complete drawing</a:t>
            </a:r>
            <a:endParaRPr lang="en-US" sz="2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94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8C4C-AC67-8EB4-7364-5FF162C7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map sent to Braille Embosser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08EC-E106-6886-04CF-184FAE5EA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,,vvvvvvv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,,vv,,,,v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,,vv,,,,v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,,vv,,,,v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,,vv,,,,v</a:t>
            </a:r>
          </a:p>
          <a:p>
            <a:pPr marL="0" indent="0"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,,vvvvvvv</a:t>
            </a:r>
          </a:p>
        </p:txBody>
      </p:sp>
    </p:spTree>
    <p:extLst>
      <p:ext uri="{BB962C8B-B14F-4D97-AF65-F5344CB8AC3E}">
        <p14:creationId xmlns:p14="http://schemas.microsoft.com/office/powerpoint/2010/main" val="2472157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95F7-533E-5756-2EBC-FD84647DA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246C-A6FB-40A0-A76E-6AC2AC5BE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Brief Description</a:t>
            </a:r>
            <a:r>
              <a:rPr lang="en-US" sz="3200" dirty="0"/>
              <a:t> </a:t>
            </a:r>
            <a:r>
              <a:rPr lang="en-US" sz="2400" i="1" dirty="0">
                <a:solidFill>
                  <a:schemeClr val="accent1"/>
                </a:solidFill>
              </a:rPr>
              <a:t>github.com/raysmith619/resource_lib/README.md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Demonstration via Zoom</a:t>
            </a:r>
          </a:p>
        </p:txBody>
      </p:sp>
    </p:spTree>
    <p:extLst>
      <p:ext uri="{BB962C8B-B14F-4D97-AF65-F5344CB8AC3E}">
        <p14:creationId xmlns:p14="http://schemas.microsoft.com/office/powerpoint/2010/main" val="2390878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D87C-2817-85BE-2881-092A6E90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Drawing Tool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371A8-104F-7028-99B8-33E50517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F26B-077B-2727-8353-8318B55D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A4525-8002-2F6A-5706-318DD5E2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BE95D3-FD39-CE77-B319-8BA659E32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92" y="1299369"/>
            <a:ext cx="3704821" cy="388143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004199-1CF6-9736-165B-6C091B157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6648"/>
              </p:ext>
            </p:extLst>
          </p:nvPr>
        </p:nvGraphicFramePr>
        <p:xfrm>
          <a:off x="5068891" y="2663688"/>
          <a:ext cx="3208417" cy="3545713"/>
        </p:xfrm>
        <a:graphic>
          <a:graphicData uri="http://schemas.openxmlformats.org/drawingml/2006/table">
            <a:tbl>
              <a:tblPr/>
              <a:tblGrid>
                <a:gridCol w="3208417">
                  <a:extLst>
                    <a:ext uri="{9D8B030D-6E8A-4147-A177-3AD203B41FA5}">
                      <a16:colId xmlns:a16="http://schemas.microsoft.com/office/drawing/2014/main" val="839088774"/>
                    </a:ext>
                  </a:extLst>
                </a:gridCol>
              </a:tblGrid>
              <a:tr h="34382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,,g,,,b,,,,v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,,rrrro,,,,v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,,g,,,o,,,,v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97730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70DD60AC-A66C-B42D-4183-C9E937DB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153" y="2339024"/>
            <a:ext cx="2708694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Braille Text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02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748" y="1449386"/>
            <a:ext cx="8596668" cy="1424443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8709</TotalTime>
  <Words>989</Words>
  <Application>Microsoft Office PowerPoint</Application>
  <PresentationFormat>Widescreen</PresentationFormat>
  <Paragraphs>233</Paragraphs>
  <Slides>25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Courier New</vt:lpstr>
      <vt:lpstr>Trebuchet MS</vt:lpstr>
      <vt:lpstr>Wingdings</vt:lpstr>
      <vt:lpstr>Wingdings 3</vt:lpstr>
      <vt:lpstr>Facet</vt:lpstr>
      <vt:lpstr>Introducing Graphics  to the Blind One Pixel at a Time</vt:lpstr>
      <vt:lpstr>Introduction</vt:lpstr>
      <vt:lpstr>Background</vt:lpstr>
      <vt:lpstr>Teaching Goals</vt:lpstr>
      <vt:lpstr>Benefits to the blind</vt:lpstr>
      <vt:lpstr>Pre-programming view</vt:lpstr>
      <vt:lpstr>Example: Draw a square</vt:lpstr>
      <vt:lpstr>A Demo – Hopefully Live</vt:lpstr>
      <vt:lpstr>Standard turtle graphical output</vt:lpstr>
      <vt:lpstr>Text output – send  to Braille embosser</vt:lpstr>
      <vt:lpstr>Changes to Braille text</vt:lpstr>
      <vt:lpstr>Braille usage steps</vt:lpstr>
      <vt:lpstr>Hope: quick change and quick view</vt:lpstr>
      <vt:lpstr>Braille Display Window  with Audio Feedback</vt:lpstr>
      <vt:lpstr>Spokes – A More elaborate figure</vt:lpstr>
      <vt:lpstr>Spokes text output</vt:lpstr>
      <vt:lpstr>Spokes – Braille Display</vt:lpstr>
      <vt:lpstr>Draw a square: braille – Magnify</vt:lpstr>
      <vt:lpstr>Draw a square: braille – Close look</vt:lpstr>
      <vt:lpstr>A look at actual Braille</vt:lpstr>
      <vt:lpstr>Actual Code for Braille</vt:lpstr>
      <vt:lpstr>Text map sent to Braille Embosser</vt:lpstr>
      <vt:lpstr>More Information</vt:lpstr>
      <vt:lpstr>A Drawing Tool</vt:lpstr>
      <vt:lpstr>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37</cp:revision>
  <cp:lastPrinted>2026-05-18T12:58:10Z</cp:lastPrinted>
  <dcterms:created xsi:type="dcterms:W3CDTF">2021-08-10T18:56:35Z</dcterms:created>
  <dcterms:modified xsi:type="dcterms:W3CDTF">2026-05-18T14:47:09Z</dcterms:modified>
</cp:coreProperties>
</file>